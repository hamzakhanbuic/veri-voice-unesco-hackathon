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VeriVoice · Voice. Verify. Empower. · #GlobalMILWeek2026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Segoe UI"/>
              </a:defRPr>
            </a:pPr>
            <a:r>
              <a:t>UNESCO GLOBAL YOUTH HACKATHON 2026 · #GlobalMILWeek2026</a:t>
            </a:r>
          </a:p>
          <a:p>
            <a:pPr>
              <a:defRPr sz="3400" b="1">
                <a:solidFill>
                  <a:srgbClr val="FFFFFF"/>
                </a:solidFill>
                <a:latin typeface="Segoe UI Semibold"/>
              </a:defRPr>
            </a:pPr>
            <a:r>
              <a:t>VeriVoice: Voice-Driven AI &amp; Media Literacy Engine</a:t>
            </a:r>
          </a:p>
          <a:p>
            <a:pPr>
              <a:defRPr sz="1600" i="1">
                <a:solidFill>
                  <a:srgbClr val="94A3B8"/>
                </a:solidFill>
                <a:latin typeface="Segoe UI"/>
              </a:defRPr>
            </a:pPr>
            <a:r>
              <a:t>“Empowering the next generation to talk back to misinformation.”</a:t>
            </a:r>
          </a:p>
          <a:p>
            <a:pPr>
              <a:defRPr sz="1200">
                <a:solidFill>
                  <a:srgbClr val="38BDF8"/>
                </a:solidFill>
                <a:latin typeface="Segoe UI"/>
              </a:defRPr>
            </a:pPr>
            <a:r>
              <a:t>Voice. Verify. Empower. · Socratic Dialogue · 12-Domain Institutional Grounding · Trust Nodes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389120"/>
            <a:ext cx="106984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D9488"/>
                </a:solidFill>
              </a:defRPr>
            </a:pPr>
            <a:r>
              <a:t>Global Youth Leadership Collective (Ages 18–30):</a:t>
            </a:r>
          </a:p>
          <a:p>
            <a:pPr>
              <a:defRPr sz="950">
                <a:solidFill>
                  <a:srgbClr val="E2E8F0"/>
                </a:solidFill>
              </a:defRPr>
            </a:pPr>
            <a:r>
              <a:t>• Hamza Imran (Team Leader, Chief Architect &amp; Full-Stack AI Engineer · Pakistan)</a:t>
            </a:r>
            <a:br/>
            <a:r>
              <a:t>• Carla Yuliana Martinez Quiroz (AI Systems &amp; Media Production · Mexico)  |  Maryam Amjad (Frontend &amp; UX Engineer · Pakistan)</a:t>
            </a:r>
            <a:br/>
            <a:r>
              <a:t>• Ilham Kurnia Gustavakuan (Education Specialist · Indonesia)  |  Muhamad Rafi (Technical Architect)  |  Andini B. Soleman (Civic Lead)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UNESCO GLOBAL YOUTH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 Semibold"/>
              </a:defRPr>
            </a:pPr>
            <a:r>
              <a:t>The Infodemic in an Age of AI: The Confidence-Ability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VeriVoice · Voice. Verify. Empower. · #GlobalMILWeek2026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VULNERABILITY 01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The Confidence-Ability Gap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62% of youth aged 8–17 feel confident navigating online spaces, yet lack practical cognitive skills to identify deepfakes, synthetic misinformation, or algorithmic ads (Ofcom, 2026).</a:t>
            </a:r>
            <a:br/>
            <a:br/>
            <a:r>
              <a:t>Information fatigue pushes adolescents toward passive, short-form video &amp; audio consumption.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VULNERABILITY 02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The AI 'Safety Vacuum'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Adolescents mistake simulated AI empathy for genuine understanding, becoming susceptible to ungrounded advice &amp; synthetic bias (APA, 2026).</a:t>
            </a:r>
            <a:br/>
            <a:br/>
            <a:r>
              <a:t>Students rely heavily on GenAI for schoolwork without receiving formal fact-checking or media literacy training (Rafique et al., 2026).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VULNERABILITY 03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The Text Literacy Barrier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700M+ low-literacy &amp; rural citizens are excluded by text-heavy fact-checking sites in English.</a:t>
            </a:r>
            <a:br/>
            <a:br/>
            <a:r>
              <a:t>Viral rumors spread through 30-second WhatsApp voice notes in local languages (Urdu, Indonesian, Spanish) where text tools completely fail.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UNESCO GLOBAL YOUTH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 Semibold"/>
              </a:defRPr>
            </a:pPr>
            <a:r>
              <a:t>VeriVoice Core Objectives: Transforming Youth into Active Guardians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VeriVoice · Voice. Verify. Empower. · #GlobalMILWeek2026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GOAL 01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Bridging the Digital Gap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Create an accessible bridge between complex AI ecosystems and media literacy for youth consuming short-form feeds.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17830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GOAL 02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Universal Oral Accessibility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Provide an oral-first, voice-in/voice-out engine designed for low-literacy communities and text-fatigued users.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GOAL 03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Community Empowerment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Transform users from passive consumers into active, critical agents of change and Community Information Stewards.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931920"/>
            <a:ext cx="52120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06908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GOAL 04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Invisible Pedagogical Learning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Embed Socratic explanations teaching WHY information is deceptive rather than delivering sterile True/False labels.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UNESCO GLOBAL YOUTH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 Semibold"/>
              </a:defRPr>
            </a:pPr>
            <a:r>
              <a:t>End-to-End Verification Pipeline: Bounded AI &amp; 0% Hallucination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VeriVoice · Voice. Verify. Empower. · #GlobalMILWeek2026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STAGE 01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1. Voice In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Speechmatics &amp; Groq Whisper ASR (Urdu, Indo, ES, 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645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783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STAGE 02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2. 12 Domains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Health, Climate, AI Disinfo, Disaster, Space, Science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45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783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STAGE 03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3. Authority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WHO, NOAA, USGS, WMO, UNESCO Institutional Consensus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069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STAGE 04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4. Groq LPU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Llama 3.3 70B in XML Isolation (&lt;USER_CLAIM&gt;, &lt;EVIDENCE&gt;)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931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4069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STAGE 05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5. Guardrails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CitationValidator Rejects Unretrieved URLs -&gt; Safe UNCERTAIN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3931920"/>
            <a:ext cx="338328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406908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STAGE 06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6. Voice Out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High-Definition Neural Audio (ElevenLabs &amp; Edge-TTS)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UNESCO GLOBAL YOUTH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 Semibold"/>
              </a:defRPr>
            </a:pPr>
            <a:r>
              <a:t>Breakthrough Innovations: Socratic Dialogue &amp; Invisible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VeriVoice · Voice. Verify. Empower. · #GlobalMILWeek2026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INNOVATION 01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Socratic Dialogue vs Sterile Labels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Traditional fact-checkers slap a clinical 'False' label that users ignore.</a:t>
            </a:r>
            <a:br/>
            <a:br/>
            <a:r>
              <a:t>VeriVoice converses like a critical mentor:</a:t>
            </a:r>
            <a:br/>
            <a:r>
              <a:t>“This audio claims the dam collapsed. However, official NDMA hydrological sensors record normal river flow. Notice how the forwarded voice message lacked a date, location, or source name—these are classic markers of urgency-engineered misinformation.”</a:t>
            </a:r>
            <a:br/>
            <a:br/>
            <a:r>
              <a:t>Fosters internalized critical thinking without feeling like a classroom.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INNOVATION 02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Cultural &amp; Sensory Voice Adaptation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Dismantles the 'technical literacy' barrier by translating dense WHO/NOAA/IPCC consensus into natural mother-tongue conversations (Urdu Nastaliq, Indonesian, Spanish, English).</a:t>
            </a:r>
            <a:br/>
            <a:br/>
            <a:r>
              <a:t>Empowers rural mothers, students, and elders to verify rumors directly in family WhatsApp and community Discord channels in under 1.8 seconds.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UNESCO GLOBAL YOUTH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 Semibold"/>
              </a:defRPr>
            </a:pPr>
            <a:r>
              <a:t>Scalability: The Physical &amp; Digital 'Trust Nodes Network'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VeriVoice · Voice. Verify. Empower. · #GlobalMILWeek2026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PILLAR 01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Physical Trust Nodes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Partnering with local pharmacies, libraries, schools, and community centers.</a:t>
            </a:r>
            <a:br/>
            <a:br/>
            <a:r>
              <a:t>Physical placards provide instant QR-code 'Quick Start Kits' connecting directly to WhatsApp—zero app downloads needed.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PILLAR 02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Hybrid Human-in-the-Loop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When claims encounter extreme cultural nuance, queries escalate to a moderation dashboard managed by local youth leaders.</a:t>
            </a:r>
            <a:br/>
            <a:br/>
            <a:r>
              <a:t>Combines AI speed with authentic cultural context (Rafique et al., 2026).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PILLAR 03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Frugal Economics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Routine queries (80-90%) run on Groq LPU inference, costing &lt; $0.0012 per query.</a:t>
            </a:r>
            <a:br/>
            <a:br/>
            <a:r>
              <a:t>Scales seamlessly from one village to millions of users with multi-key API rotation.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UNESCO GLOBAL YOUTH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 Semibold"/>
              </a:defRPr>
            </a:pPr>
            <a:r>
              <a:t>Empirical Feasibility: 21 Test Suites, 170 Tests &amp; Sub-1.8s Latency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VeriVoice · Voice. Verify. Empower. · #GlobalMILWeek2026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SOFTWARE RIGOR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100% Green Test Suite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21 Test Suites / 170 Automated Tests Passing (100% Green)</a:t>
            </a:r>
            <a:br/>
            <a:r>
              <a:t>• Specialized tests in tests/unescoAuthority.test.js &amp; tests/security.test.js</a:t>
            </a:r>
            <a:br/>
            <a:r>
              <a:t>• Full coverage of authority ranking, XML prompt isolation &amp; URL allow-listing.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PERFORMANCE BENCHMARK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Sub-1.8s Response Latency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ASR Transcription: 380 ms</a:t>
            </a:r>
            <a:br/>
            <a:r>
              <a:t>• Domain Classifier: 2 ms</a:t>
            </a:r>
            <a:br/>
            <a:r>
              <a:t>• Institutional Retrieval: 450 ms</a:t>
            </a:r>
            <a:br/>
            <a:r>
              <a:t>• Bounded Groq LPU Reasoning: 420 ms</a:t>
            </a:r>
            <a:br/>
            <a:r>
              <a:t>• Neural TTS Synthesis: 350 ms</a:t>
            </a:r>
            <a:br/>
            <a:r>
              <a:t>• Total P95 Latency: ~1.60 – 1.85 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PRODUCTION READY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Live Deployments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Production Frontend (Vercel): frontend-nu-six-72.vercel.app</a:t>
            </a:r>
            <a:br/>
            <a:r>
              <a:t>• Cloud Backend API (Render): verivoice-unesco-hackathon.onrender.com</a:t>
            </a:r>
            <a:br/>
            <a:r>
              <a:t>• Discord Bot: Live 24/7 with 9 slash commands &amp; audio 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UNESCO GLOBAL YOUTH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 Semibold"/>
              </a:defRPr>
            </a:pPr>
            <a:r>
              <a:t>UN Sustainable Development Goals (SDGs) 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VeriVoice · Voice. Verify. Empower. · #GlobalMILWeek2026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UN SDG 4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SDG 4: Quality Education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Expanding access to Media and Information Literacy (MIL) and AI literacy through inclusive voice-based learning experiences fostering critical thinking (UNESCO 2021, 2023).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UN SDG 16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SDG 16: Peace &amp; Justice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Strengthening community resilience against hate speech, misinformation, and online panic while promoting social cohesion and informed dialogue (UN 2015).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78308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UN SDG 17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SDG 17: Partnerships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Building a multi-stakeholder ecosystem connecting schools, youth organizations, pharmacies, libraries, and fact-checkers to scale media literacy globally.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97280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3891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D9488"/>
                </a:solidFill>
                <a:latin typeface="Segoe UI"/>
              </a:defRPr>
            </a:pPr>
            <a:r>
              <a:t>UNESCO GLOBAL YOUTH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 Semibold"/>
              </a:defRPr>
            </a:pPr>
            <a:r>
              <a:t>The Resource Ask &amp; Thessaloniki, Greece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Segoe UI"/>
              </a:defRPr>
            </a:pPr>
            <a:r>
              <a:t>VeriVoice · Voice. Verify. Empower. · #GlobalMILWeek2026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RESOURCE ASK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The Ask from UNESCO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1. UNESCO MIL Alliance Partnership: Integration with UNESCO youth media hubs and global fact-checking observatories (EDMO, IFCN).</a:t>
            </a:r>
            <a:br/>
            <a:br/>
            <a:r>
              <a:t>2. Inference Grants: Subsidized API credits for Speechmatics, Groq, and WhatsApp Business API for 1,000,000 monthly free voice checks.</a:t>
            </a:r>
            <a:br/>
            <a:br/>
            <a:r>
              <a:t>3. Pilot Deployments: Facilitating physical Trust Node pilots in 10 community radio stations and rural hubs.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THE WINNING VISION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Thessaloniki, Greece 2026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“VeriVoice is an inclusive, voice-driven AI verification engine that empowers vulnerable youth and low-literacy communities to talk back to misinformation through Socratic dialogue and institutional truth in their native language.”</a:t>
            </a:r>
            <a:br/>
            <a:br/>
            <a:r>
              <a:t>Join us at the Voice Festival in Thessaloniki, Greece, to bring the voice of truth to the next billion users!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